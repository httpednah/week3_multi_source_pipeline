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Business Question: Why did operational efficiency fluctuate during the reporting period?</a:t>
            </a:r>
          </a:p>
          <a:p>
            <a:pPr>
              <a:defRPr sz="2200"/>
            </a:pPr>
            <a:r>
              <a:t>Objective: Combine operational data, weather data and employee shift data.</a:t>
            </a:r>
          </a:p>
          <a:p>
            <a:pPr>
              <a:defRPr sz="2200"/>
            </a:pPr>
            <a:r>
              <a:t>Data Sources: Internal CSV, Weather API and SQLite database.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operational CSV into a Pandas DataFrame.</a:t>
            </a:r>
          </a:p>
          <a:p>
            <a:pPr>
              <a:defRPr sz="2200"/>
            </a:pPr>
            <a:r>
              <a:t>Retrieve weather information through an API using try/except.</a:t>
            </a:r>
          </a:p>
          <a:p>
            <a:pPr>
              <a:defRPr sz="2200"/>
            </a:pPr>
            <a:r>
              <a:t>Query employee shift data from SQLite using SQLAlchemy.</a:t>
            </a:r>
          </a:p>
          <a:p>
            <a:pPr>
              <a:defRPr sz="2200"/>
            </a:pPr>
            <a:r>
              <a:t>Merge all three datasets into one Master DataFrame.</a:t>
            </a:r>
          </a:p>
          <a:p>
            <a:pPr>
              <a:defRPr sz="2200"/>
            </a:pPr>
            <a:r>
              <a:t>Handle missing values before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Multi-source integration improves operational visibility.</a:t>
            </a:r>
          </a:p>
          <a:p>
            <a:pPr>
              <a:defRPr sz="2200"/>
            </a:pPr>
            <a:r>
              <a:t>Automation reduces manual effort and reporting errors.</a:t>
            </a:r>
          </a:p>
          <a:p>
            <a:pPr>
              <a:defRPr sz="2200"/>
            </a:pPr>
            <a:r>
              <a:t>Use scheduled ETL pipelines for consistent reporting.</a:t>
            </a:r>
          </a:p>
          <a:p>
            <a:pPr>
              <a:defRPr sz="2200"/>
            </a:pPr>
            <a:r>
              <a:t>Expand with maintenance, inventory and pricing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